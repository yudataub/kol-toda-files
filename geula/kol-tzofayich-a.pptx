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Relationship Id="rId3" Type="http://schemas.openxmlformats.org/officeDocument/2006/relationships/image" Target="../media/image188.png"/><Relationship Id="rId4" Type="http://schemas.openxmlformats.org/officeDocument/2006/relationships/hyperlink" Target="https://www.kol-toda.co.il/search/" TargetMode="External"/><Relationship Id="rId5" Type="http://schemas.openxmlformats.org/officeDocument/2006/relationships/image" Target="../media/image189.png"/><Relationship Id="rId6" Type="http://schemas.openxmlformats.org/officeDocument/2006/relationships/hyperlink" Target="https://www.kol-toda.co.il/" TargetMode="Externa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jpg"/><Relationship Id="rId3" Type="http://schemas.openxmlformats.org/officeDocument/2006/relationships/image" Target="../media/image188.png"/><Relationship Id="rId4" Type="http://schemas.openxmlformats.org/officeDocument/2006/relationships/hyperlink" Target="https://www.kol-toda.co.il/search/" TargetMode="External"/><Relationship Id="rId5" Type="http://schemas.openxmlformats.org/officeDocument/2006/relationships/image" Target="../media/image189.png"/><Relationship Id="rId6" Type="http://schemas.openxmlformats.org/officeDocument/2006/relationships/hyperlink" Target="https://www.kol-toda.co.il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8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9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9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1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2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3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4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4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5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5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6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7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8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9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9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9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60_0_0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0" y="6083300"/>
            <a:ext cx="5365750" cy="234950"/>
          </a:xfrm>
          <a:prstGeom prst="rect">
            <a:avLst/>
          </a:prstGeom>
        </p:spPr>
      </p:pic>
      <p:pic>
        <p:nvPicPr>
          <p:cNvPr id="4" name="Picture 3" descr="l60_0_1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800" y="6350000"/>
            <a:ext cx="2946400" cy="23495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60_0_0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0" y="6083300"/>
            <a:ext cx="5365750" cy="234950"/>
          </a:xfrm>
          <a:prstGeom prst="rect">
            <a:avLst/>
          </a:prstGeom>
        </p:spPr>
      </p:pic>
      <p:pic>
        <p:nvPicPr>
          <p:cNvPr id="4" name="Picture 3" descr="l60_0_1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800" y="6350000"/>
            <a:ext cx="2946400" cy="234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